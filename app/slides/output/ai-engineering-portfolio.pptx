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Answer relevance (judge, 1-5)</c:v>
                </c:pt>
              </c:strCache>
            </c:strRef>
          </c:tx>
          <c:spPr>
            <a:solidFill>
              <a:srgbClr val="0066FF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0A254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No RAG</c:v>
                </c:pt>
                <c:pt idx="1">
                  <c:v>With RAG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2.4</c:v>
                </c:pt>
                <c:pt idx="1">
                  <c:v>4.4000000000000004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7A4-41D2-926B-835D7F4B637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254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2540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A2540"/>
                </a:solidFill>
                <a:latin typeface="Arial"/>
              </a:rPr>
              <a:t>Server latency by concurrent users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p50 (s)</c:v>
                </c:pt>
              </c:strCache>
            </c:strRef>
          </c:tx>
          <c:spPr>
            <a:ln w="25400" cap="flat">
              <a:solidFill>
                <a:srgbClr val="0066F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66FF"/>
              </a:solidFill>
              <a:ln w="9525" cap="flat">
                <a:solidFill>
                  <a:srgbClr val="0066FF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1 user</c:v>
                </c:pt>
                <c:pt idx="1">
                  <c:v>2 users</c:v>
                </c:pt>
                <c:pt idx="2">
                  <c:v>3 users</c:v>
                </c:pt>
                <c:pt idx="3">
                  <c:v>4 users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13.3</c:v>
                </c:pt>
                <c:pt idx="1">
                  <c:v>29</c:v>
                </c:pt>
                <c:pt idx="2">
                  <c:v>42.6</c:v>
                </c:pt>
                <c:pt idx="3">
                  <c:v>74.3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85E-4262-828E-65823D4016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 (s)</c:v>
                </c:pt>
              </c:strCache>
            </c:strRef>
          </c:tx>
          <c:spPr>
            <a:ln w="25400" cap="flat">
              <a:solidFill>
                <a:srgbClr val="64748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4748B"/>
              </a:solidFill>
              <a:ln w="9525" cap="flat">
                <a:solidFill>
                  <a:srgbClr val="64748B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1 user</c:v>
                </c:pt>
                <c:pt idx="1">
                  <c:v>2 users</c:v>
                </c:pt>
                <c:pt idx="2">
                  <c:v>3 users</c:v>
                </c:pt>
                <c:pt idx="3">
                  <c:v>4 users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19.2</c:v>
                </c:pt>
                <c:pt idx="1">
                  <c:v>39</c:v>
                </c:pt>
                <c:pt idx="2">
                  <c:v>45.3</c:v>
                </c:pt>
                <c:pt idx="3">
                  <c:v>88.4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85E-4262-828E-65823D4016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A25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0A254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544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ENGINEERING PORTFOLIO  · 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i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self-hosted LLM agent,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running on a 4GB laptop GPU.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RAG, fine-tuning, tool calling, and JWT auth — all local, MIT-licensed.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RTX 3050 4GB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4407408"/>
            <a:ext cx="274320" cy="18288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194560" y="4114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qwen2.5:3b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94560" y="4407408"/>
            <a:ext cx="274320" cy="18288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749040" y="4114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Unsloth LoRA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49040" y="4407408"/>
            <a:ext cx="274320" cy="18288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5303520" y="4114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 + Qdrant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03520" y="4407408"/>
            <a:ext cx="274320" cy="18288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858000" y="4114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 tests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4407408"/>
            <a:ext cx="274320" cy="18288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40080" y="47548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Alvaro  ·  Madrid  ·  github.com/alvrooperez/LLM-agent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inside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project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24688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built, why, and the constraints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30352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4688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 · FastAPI · Agent loop · Ollama · Qdrant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pipeline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30632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Vector search over AI engineering docs (+83% relevance)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548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03520" y="27889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03520" y="30632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Unsloth LoRA, 230 examples, honest evaluation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88720" y="33832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Tool-calling agent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36576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tools, 80-line loop, multi-tool chaining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303520" y="33832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03520" y="36576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test, capacity, RAG latency, fixes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188720" y="39776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88720" y="42519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login, scrypt, rate limiting, security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303520" y="39776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demonstrates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303520" y="42519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under real constraints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local LLM agent that runs entirely on a laptop GPU.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856232"/>
            <a:ext cx="73152" cy="73152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02082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 serves qwen2.5:3b at 68 tok/s, Q4_K_M quantized to 1.9 GB.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73152" cy="73152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266090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Qdrant vector DB + sentence-transformers. +83% answer relevance vs no-RAG.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136392"/>
            <a:ext cx="73152" cy="73152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868680" y="3063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330098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Unsloth LoRA on 230 tool-calling examples. GGUF Q4_K_M export, no quality regression.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776472"/>
            <a:ext cx="73152" cy="73152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868680" y="3703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394106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80-line tool-calling loop, 6 real tools, multi-tool chaining, native Ollama tool calling.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37760" y="1691640"/>
            <a:ext cx="3657600" cy="26060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8" name="Image 0" descr="C:/Users/aborb/.minimax-agent/projects/ai-engineer-portfolio/docs/screenshots/02-welcom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0" y="1764792"/>
            <a:ext cx="3474720" cy="245973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937760" y="4343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welcome screen — login required, JWT auth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services, one browser tab.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0" y="1691640"/>
            <a:ext cx="2743200" cy="7772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320040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0" y="22402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Vanilla JS SPA · dark/light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0" y="2743200"/>
            <a:ext cx="2743200" cy="7772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200400" y="2788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App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3063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:8090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91840" y="32918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+ SSE streaming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1737360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40080" y="3794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loop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2976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lines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606040" y="3749040"/>
            <a:ext cx="1737360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2606040" y="3794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06040" y="40690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:11434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697480" y="42976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qwen2.5:3b FT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749040"/>
            <a:ext cx="1737360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572000" y="3794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API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40690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:8000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63440" y="42976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+ 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37960" y="3749040"/>
            <a:ext cx="1965960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6537960" y="37947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Qdrant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37960" y="4069080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:6333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29400" y="42976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 chunks, dim 384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2468880"/>
            <a:ext cx="0" cy="27432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6"/>
          <p:cNvSpPr/>
          <p:nvPr/>
        </p:nvSpPr>
        <p:spPr>
          <a:xfrm>
            <a:off x="4572000" y="3520440"/>
            <a:ext cx="0" cy="22860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4572000" y="3520440"/>
            <a:ext cx="0" cy="22860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4572000" y="3520440"/>
            <a:ext cx="868680" cy="22860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4572000" y="3520440"/>
            <a:ext cx="2834640" cy="22860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640080" y="47548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services containerized. Bind mounts in dev, images in prod. No cloud APIs.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PIPELINE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Retrieval-Augmented Generation over 62 doc chunks.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508760" cy="12801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sentence-transformers/all-MiniLM-L6-v2 · 384 dim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167128" y="2834640"/>
            <a:ext cx="146304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331720" y="2194560"/>
            <a:ext cx="1508760" cy="12801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2331720" y="233172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331720" y="2743200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23160" y="301752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Qdrant cosine similarity · 62 chunks ingested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58768" y="2834640"/>
            <a:ext cx="146304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023360" y="2194560"/>
            <a:ext cx="1508760" cy="12801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023360" y="233172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023360" y="2743200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0" y="301752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Top-3 docs by cosine similarity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550408" y="2834640"/>
            <a:ext cx="146304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5715000" y="2194560"/>
            <a:ext cx="1508760" cy="12801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5715000" y="233172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715000" y="2743200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Augment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06440" y="301752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 context into the prompt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242048" y="2834640"/>
            <a:ext cx="146304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7406640" y="2194560"/>
            <a:ext cx="1508760" cy="12801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7406640" y="233172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406640" y="2743200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498080" y="301752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 answers using retrieved context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0080" y="3840480"/>
            <a:ext cx="7863840" cy="777240"/>
          </a:xfrm>
          <a:prstGeom prst="rect">
            <a:avLst/>
          </a:prstGeom>
          <a:solidFill>
            <a:srgbClr val="EFF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822960" y="393192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" y="416052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3B model hallucinates specifics. Grounding its answers in retrieved docs (Ollama, Qdrant, Unsloth, LlamaIndex) cuts hallucinations and lets me ask 'how do I configure X?' without it guessing.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EVALUATION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retrieval actually buys you.</a:t>
            </a:r>
            <a:endParaRPr lang="en-US" sz="24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1783080"/>
          <a:ext cx="45720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486400" y="17830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+83%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6858000" y="181965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relevance improvement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20574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judge model 1-5 scale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0" y="2423160"/>
            <a:ext cx="30175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5486400" y="25146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858000" y="255117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 chunks indexed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0" y="2788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engineering knowledge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0" y="3154680"/>
            <a:ext cx="30175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5486400" y="32461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~2.5s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858000" y="328269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retrieval overhead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0" y="35204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 + Qdrant search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0" y="3886200"/>
            <a:ext cx="30175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5486400" y="39776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6858000" y="401421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&amp; private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58000" y="4251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doc leaves the laptop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FINE-TUNING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Unsloth LoRA on tool-calling examples.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7830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dataset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2057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 train / 15 held-out test. Tool-call pairs in JSONL.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1874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~10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542032"/>
            <a:ext cx="502920" cy="5029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640080" y="25420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49631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 with Unsloth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25880" y="277063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LoRA r=16, 2 epochs, batch=2, grad_accum=4. ~28 min on RTX 3050.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0" y="25877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min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255264"/>
            <a:ext cx="502920" cy="5029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40080" y="32552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25880" y="320954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 to GGUF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348386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CPU merge, then llama.cpp Q4_K_M quantization. Final model: 1.93 GB.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33009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 min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968496"/>
            <a:ext cx="502920" cy="5029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640080" y="39684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25880" y="392277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in Ollama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25880" y="419709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Modelfile + system prompt. Hot-load with `ollama create`.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40142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&lt;1 min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FINE-TUNING RESULTS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230 examples actually did.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029200" cy="22860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Metric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 qwen2.5:3b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Fine-tuned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Delta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Tool call rate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change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Iterations / task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−9%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Response length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315 chars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279 chars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−11%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RAG relevance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A25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change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828800"/>
            <a:ext cx="265176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035040" y="19659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FINDING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035040" y="22402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base model already knew tool-calling format.</a:t>
            </a:r>
            <a:endParaRPr lang="en-US" sz="1300" dirty="0"/>
          </a:p>
        </p:txBody>
      </p:sp>
      <p:sp>
        <p:nvSpPr>
          <p:cNvPr id="5" name="Text 6"/>
          <p:cNvSpPr/>
          <p:nvPr/>
        </p:nvSpPr>
        <p:spPr>
          <a:xfrm>
            <a:off x="6035040" y="292608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LoRA didn't add new capability — it shortened responses and reduced iteration count. Zero regression.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the right outcome to report. Inflating 'capability gains' would be lying about the data.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TOOL-CALLING AGENT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tools. 80-line loop. No LangChain.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92024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over docs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51760" y="1783080"/>
            <a:ext cx="192024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274320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list_models()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0" y="21031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 inventory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92024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31520" y="25603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get_gpu_stats()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8346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VRAM / util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51760" y="2514600"/>
            <a:ext cx="192024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2743200" y="25603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get_collection_info()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0" y="28346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Qdrant metadata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" y="3246120"/>
            <a:ext cx="192024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plot_metric()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35661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matplotlib chart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651760" y="3246120"/>
            <a:ext cx="192024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2743200" y="32918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write_document()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43200" y="35661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report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40233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Multi-tool chaining: 5/5 PASS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2976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plans 2-3 tool calls in a single turn when the task spans them.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46320" y="1691640"/>
            <a:ext cx="3657600" cy="26060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6" name="Image 0" descr="C:/Users/aborb/.minimax-agent/projects/ai-engineer-portfolio/docs/screenshots/03-chat-tool-cal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37760" y="1764792"/>
            <a:ext cx="3474720" cy="2459736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4846320" y="4343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tool call: get_gpu_stats() → result → answer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Bottleneck, capacity, and one big fix.</a:t>
            </a:r>
            <a:endParaRPr lang="en-US" sz="24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1783080"/>
          <a:ext cx="429768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120640" y="1783080"/>
            <a:ext cx="3383280" cy="1371600"/>
          </a:xfrm>
          <a:prstGeom prst="rect">
            <a:avLst/>
          </a:prstGeom>
          <a:solidFill>
            <a:srgbClr val="EFF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521208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6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69s  →  20s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212080" y="2331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query latency fix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212080" y="26060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loop was oscillating on RAG. Early-stop when 2 iterations call the same tools.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120640" y="3291840"/>
            <a:ext cx="338328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5212080" y="3383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concurrent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5212080" y="3840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Max users before p50 &gt; 60s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212080" y="41148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GPU inference is the bottleneck, not the software stack. Scaling needs more GPUs or batching.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AUTHENTICATION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JWT login with scrypt-hashed passwords.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45720" cy="3657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storage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3225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data/users.json · scrypt$n=2^14, r=8, p=1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651760"/>
            <a:ext cx="45720" cy="3657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 verify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282549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constant-time compare, ~50ms per attempt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45720" cy="3657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77724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3284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HS256 · 24h expiry · sessionStorage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45720" cy="3657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777240" y="3611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 guard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383133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dependency on every route except /health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45720" cy="3657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777240" y="4114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Rate limit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433425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login/min per IP (anti brute-force)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1691640"/>
            <a:ext cx="3657600" cy="27432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2" name="Image 0" descr="C:/Users/aborb/.minimax-agent/projects/ai-engineer-portfolio/docs/screenshots/01-log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0" y="1764792"/>
            <a:ext cx="3474720" cy="259689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937760" y="4480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screen — full-screen gate before the chat loads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97280" cy="228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under real constraints.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4GB VRAM, no cloud APIs, 93 tests, MIT-licensed.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2560320" cy="12801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Defensible decisions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3375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choice has a tested 'why'. A/B evals, held-out tests, load profiles.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2834640"/>
            <a:ext cx="2560320" cy="12801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566160" y="2971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reporting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66160" y="33375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Fine-tuning didn't add new capability. The base model already knew. I wrote that down.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2834640"/>
            <a:ext cx="2560320" cy="12801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309360" y="2971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patterns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33375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auth, rate limiting, scanner block, contextvars, regression runner — from day 1.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0" y="4434840"/>
            <a:ext cx="914400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640080" y="45262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http://localhost:8090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00400" y="4754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6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github.com/alvrooperez/LLM-agent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45262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Default login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0" y="4754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 / admin123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03920" y="640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976</Words>
  <Application>Microsoft Office PowerPoint</Application>
  <PresentationFormat>Presentación en pantalla (16:9)</PresentationFormat>
  <Paragraphs>221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Consolas</vt:lpstr>
      <vt:lpstr>Georgia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Engineering Portfolio</dc:title>
  <dc:subject>PptxGenJS Presentation</dc:subject>
  <dc:creator>Alvaro</dc:creator>
  <cp:lastModifiedBy>ALVARO PEREZ-BORBUJO MOHEDO</cp:lastModifiedBy>
  <cp:revision>2</cp:revision>
  <dcterms:created xsi:type="dcterms:W3CDTF">2026-06-08T13:54:29Z</dcterms:created>
  <dcterms:modified xsi:type="dcterms:W3CDTF">2026-06-08T14:36:50Z</dcterms:modified>
</cp:coreProperties>
</file>