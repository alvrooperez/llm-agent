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0F172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37160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Engineering Portfolio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LLM with RAG, Fine-tuning &amp; Tool Calling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2743200" cy="36576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RTX 3050 4GB  |  MSI Katana GF66  |  Windows 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June 2025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365760"/>
            <a:ext cx="1554480" cy="457200"/>
          </a:xfrm>
          <a:prstGeom prst="rect">
            <a:avLst>
              <a:gd name="adj" fmla="val 12000"/>
            </a:avLst>
          </a:prstGeom>
          <a:solidFill>
            <a:srgbClr val="00EA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3657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CLOUD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188720" y="1444752"/>
            <a:ext cx="36576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118872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Architecture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5179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RTX 3050, Ollama, Qdrant, Docker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019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188720" y="2157984"/>
            <a:ext cx="36576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1691640" y="19019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Pipeline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223113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DB, sentence-transformers, +83% improvement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1188720" y="2871216"/>
            <a:ext cx="36576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1691640" y="261518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91640" y="29443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Unsloth LoRA, 230 train / 15 test, GGUF Q4_K_M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188720" y="3584448"/>
            <a:ext cx="36576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1691640" y="332841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Calling Agent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tools, agent loop, 4/4 E2E tasks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04164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1188720" y="4297680"/>
            <a:ext cx="365760" cy="2743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691640" y="404164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&amp; Capacity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43708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test, multi-tool chaining, max concurrency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EA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Architecture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286000" cy="4572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RTX 3050 4GB  |  16GB RAM  |  Windows 11  |  Docker Desktop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local stack - no cloud APIs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840480" cy="3840480"/>
          </a:xfrm>
          <a:prstGeom prst="rect">
            <a:avLst>
              <a:gd name="adj" fmla="val 2381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Laptop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37360" y="1463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MSI Katana GF66 11UC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9385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 RTX 3050 - 4GB VRAM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24140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16GB DDR4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8895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37360" y="288950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649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CUDA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33649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12.8 / Driver 572.61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914400"/>
            <a:ext cx="2011680" cy="1691640"/>
          </a:xfrm>
          <a:prstGeom prst="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024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09160" y="1371600"/>
            <a:ext cx="1737360" cy="2743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:11434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qwen2.5:3b + qwen2.5-rag-ft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20840" y="914400"/>
            <a:ext cx="2011680" cy="1691640"/>
          </a:xfrm>
          <a:prstGeom prst="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10241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Qdrant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0" y="1371600"/>
            <a:ext cx="1737360" cy="2743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1508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:6333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19202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chunks, dim 384, cosine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834640"/>
            <a:ext cx="2011680" cy="1691640"/>
          </a:xfrm>
          <a:prstGeom prst="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9443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API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09160" y="3291840"/>
            <a:ext cx="1737360" cy="2743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30" name="Text 28"/>
          <p:cNvSpPr/>
          <p:nvPr/>
        </p:nvSpPr>
        <p:spPr>
          <a:xfrm>
            <a:off x="470916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:8000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709160" y="3840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sentence-transformers + FastAPI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20840" y="2834640"/>
            <a:ext cx="2011680" cy="1691640"/>
          </a:xfrm>
          <a:prstGeom prst="rect">
            <a:avLst>
              <a:gd name="adj" fmla="val 4324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294436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App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3291840"/>
            <a:ext cx="1737360" cy="2743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34290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:8090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58000" y="3840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SPA, dark mode, markdown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663440"/>
            <a:ext cx="8229600" cy="182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services containerized with Docker  |  No cloud APIs  |  Full local inference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EA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Pipeline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286000" cy="4572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 over AI engineering documentation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Pipeline -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65960" cy="1554480"/>
          </a:xfrm>
          <a:prstGeom prst="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Chunks indexed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engineering docs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65960" cy="1554480"/>
          </a:xfrm>
          <a:prstGeom prst="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9601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dim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all-MiniLM-L6-v2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1965960" cy="1554480"/>
          </a:xfrm>
          <a:prstGeom prst="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9601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relevance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no-RAG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914400"/>
            <a:ext cx="1965960" cy="1554480"/>
          </a:xfrm>
          <a:prstGeom prst="rect">
            <a:avLst>
              <a:gd name="adj" fmla="val 4706"/>
            </a:avLst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9601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95160" y="17373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tok/s throughput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95160" y="202996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RTX 3050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0175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87452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187452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Scrape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30175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30175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Qdrant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0175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2648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30175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543800" y="3017520"/>
            <a:ext cx="1234440" cy="502920"/>
          </a:xfrm>
          <a:prstGeom prst="rect">
            <a:avLst>
              <a:gd name="adj" fmla="val 10909"/>
            </a:avLst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543800" y="30175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3749040"/>
            <a:ext cx="8229600" cy="1097280"/>
          </a:xfrm>
          <a:prstGeom prst="rect">
            <a:avLst>
              <a:gd name="adj" fmla="val 6667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Q&amp;A Dataset + LLM-as-Judge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question-answer pairs from real technical documentation. LLM judges answer quality on a 1-5 scale. RAG pipeline evaluated against baseline (no retrieval) using the same judge model.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EA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286000" cy="4572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Unsloth LoRA on tool-calling examples  |  230 train / 15 held-out test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828800" cy="54864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1612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 examples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1828800" cy="54864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453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18196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test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1828800" cy="54864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03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1.9GB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247802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GGUF Q4_K_M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843784"/>
            <a:ext cx="1828800" cy="548640"/>
          </a:xfrm>
          <a:prstGeom prst="rect">
            <a:avLst>
              <a:gd name="adj" fmla="val 10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8620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28min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313639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868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A/B Evaluation - Base vs Fine-tuned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1280160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2801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1280160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2801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(qwen2.5:3b)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1280160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128016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1755648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75564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call rate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1755648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75564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1755648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755648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2231136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23113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iterations/task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2231136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23113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2231136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2231136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60320" y="2706624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2706624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Response length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80560" y="2706624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2706624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315 chars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2706624"/>
            <a:ext cx="1920240" cy="475488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2706624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279 chars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60320" y="3182112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318211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answer relevance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480560" y="3182112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18211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0" y="3182112"/>
            <a:ext cx="1920240" cy="475488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3182112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+83%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60320" y="3749040"/>
            <a:ext cx="6126480" cy="1051560"/>
          </a:xfrm>
          <a:prstGeom prst="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0" y="384048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Finding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743200" y="41605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qwen2.5:3b base already knows the tool-calling format. Fine-tuning did not add new capability - it reduced response length by 11% and iterations by 9%. Zero regression in tool call rate.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00EAFF">
                    <a:alpha val="85000"/>
                  </a:srgb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Calling Agent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3200400"/>
            <a:ext cx="2286000" cy="4572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tools with real backends  |  Native Ollama tool calling  |  No LangChain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Tools with Real Backends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78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search_docs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30759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API :8000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search in knowledge base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86868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978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list_models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29000" y="130759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 :11434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available LLM models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978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get_gpu_stats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30759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3075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nvidia-smi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VRAM, utilization, temperature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28600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get_collection_info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272491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Qdrant :6333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Collection metadata &amp; stats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8600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plot_metric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29000" y="272491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28" name="Text 26"/>
          <p:cNvSpPr/>
          <p:nvPr/>
        </p:nvSpPr>
        <p:spPr>
          <a:xfrm>
            <a:off x="342900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290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PNG charts from CSV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286000"/>
            <a:ext cx="2651760" cy="1234440"/>
          </a:xfrm>
          <a:prstGeom prst="rect">
            <a:avLst>
              <a:gd name="adj" fmla="val 5926"/>
            </a:avLst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write_document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2724912"/>
            <a:ext cx="1463040" cy="274320"/>
          </a:xfrm>
          <a:prstGeom prst="rect">
            <a:avLst>
              <a:gd name="adj" fmla="val 13333"/>
            </a:avLst>
          </a:prstGeom>
          <a:solidFill>
            <a:srgbClr val="020617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7249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ReportLab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PDF reports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Loop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1463040" cy="411480"/>
          </a:xfrm>
          <a:prstGeom prst="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20240" y="411480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148840" y="4114800"/>
            <a:ext cx="1463040" cy="411480"/>
          </a:xfrm>
          <a:prstGeom prst="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214884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tools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11880" y="411480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840480" y="4114800"/>
            <a:ext cx="1463040" cy="411480"/>
          </a:xfrm>
          <a:prstGeom prst="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0" y="411480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532120" y="4114800"/>
            <a:ext cx="1463040" cy="411480"/>
          </a:xfrm>
          <a:prstGeom prst="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46" name="Text 44"/>
          <p:cNvSpPr/>
          <p:nvPr/>
        </p:nvSpPr>
        <p:spPr>
          <a:xfrm>
            <a:off x="553212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95160" y="411480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23760" y="4114800"/>
            <a:ext cx="1463040" cy="411480"/>
          </a:xfrm>
          <a:prstGeom prst="rect">
            <a:avLst>
              <a:gd name="adj" fmla="val 13333"/>
            </a:avLst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7223760" y="4114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Multi-tool Chaining (Phase 5F)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560320" cy="1463040"/>
          </a:xfrm>
          <a:prstGeom prst="rect">
            <a:avLst>
              <a:gd name="adj" fmla="val 625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2296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5/5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 |  Chaining rate 100%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822960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82296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822960"/>
            <a:ext cx="22860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50992" y="82296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expected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0" y="822960"/>
            <a:ext cx="21945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54112" y="82296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298448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4992" y="129844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 + Qdrant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77840" y="1298448"/>
            <a:ext cx="22860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29844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get_gpu_stats, get_collection_info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80960" y="1298448"/>
            <a:ext cx="21945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1298448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773936"/>
            <a:ext cx="12801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77393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 + Models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77840" y="1773936"/>
            <a:ext cx="22860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50992" y="177393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search_docs, list_models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680960" y="1773936"/>
            <a:ext cx="21945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54112" y="1773936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249424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224942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Models + GPU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2249424"/>
            <a:ext cx="22860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224942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list_models, get_gpu_stats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80960" y="2249424"/>
            <a:ext cx="21945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54112" y="2249424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2724912"/>
            <a:ext cx="12801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72491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+ GPU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77840" y="2724912"/>
            <a:ext cx="22860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7249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write_document, get_gpu_stats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80960" y="2724912"/>
            <a:ext cx="21945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4112" y="2724912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1840" y="3200400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20040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3-tool chain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200400"/>
            <a:ext cx="22860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32004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get_collection_info, list_models, get_gpu_stats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80960" y="3200400"/>
            <a:ext cx="21945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54112" y="320040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3749040"/>
            <a:ext cx="8229600" cy="1051560"/>
          </a:xfrm>
          <a:prstGeom prst="rect">
            <a:avLst>
              <a:gd name="adj" fmla="val 6957"/>
            </a:avLst>
          </a:prstGeom>
          <a:solidFill>
            <a:srgbClr val="0F172A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plans and executes multiple tools in parallel - without asking the user.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single iteration, the agent receives a multi-part query and calls 2-3 tools simultaneously. No user re-prompts, no separate turns. This is real agent capability - not scripted sequences.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- Load Test (Phase 5D)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Config: 3 concurrent users, 12 total requests, warmup=2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65960" cy="1005840"/>
          </a:xfrm>
          <a:prstGeom prst="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 requests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105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success rate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051560"/>
            <a:ext cx="1965960" cy="1005840"/>
          </a:xfrm>
          <a:prstGeom prst="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10.2s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97480" y="16002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p50 latency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8105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 clock 36.5s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1965960" cy="1005840"/>
          </a:xfrm>
          <a:prstGeom prst="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46320" y="16002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Failures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105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 error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1051560"/>
            <a:ext cx="1965960" cy="1005840"/>
          </a:xfrm>
          <a:prstGeom prst="rect">
            <a:avLst>
              <a:gd name="adj" fmla="val 7273"/>
            </a:avLst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1.00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95160" y="16002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Tools per request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181051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tool call rate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latency distribution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26060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p50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" y="2679192"/>
            <a:ext cx="5029200" cy="256032"/>
          </a:xfrm>
          <a:prstGeom prst="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2679192"/>
            <a:ext cx="585216" cy="256032"/>
          </a:xfrm>
          <a:prstGeom prst="rect">
            <a:avLst>
              <a:gd name="adj" fmla="val 14286"/>
            </a:avLst>
          </a:prstGeom>
          <a:solidFill>
            <a:srgbClr val="00EAFF"/>
          </a:solidFill>
          <a:ln/>
        </p:spPr>
      </p:sp>
      <p:sp>
        <p:nvSpPr>
          <p:cNvPr id="26" name="Text 24"/>
          <p:cNvSpPr/>
          <p:nvPr/>
        </p:nvSpPr>
        <p:spPr>
          <a:xfrm>
            <a:off x="1591056" y="26060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10.2s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08152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60120" y="3154680"/>
            <a:ext cx="5029200" cy="256032"/>
          </a:xfrm>
          <a:prstGeom prst="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960120" y="3154680"/>
            <a:ext cx="3553015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558856" y="308152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62.2s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355701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0120" y="3630168"/>
            <a:ext cx="5029200" cy="256032"/>
          </a:xfrm>
          <a:prstGeom prst="rect">
            <a:avLst>
              <a:gd name="adj" fmla="val 14286"/>
            </a:avLst>
          </a:pr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960120" y="3630168"/>
            <a:ext cx="5029200" cy="256032"/>
          </a:xfrm>
          <a:prstGeom prst="rect">
            <a:avLst>
              <a:gd name="adj" fmla="val 14286"/>
            </a:avLst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355701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88.0s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2286000" cy="1188720"/>
          </a:xfrm>
          <a:prstGeom prst="rect">
            <a:avLst>
              <a:gd name="adj" fmla="val 6154"/>
            </a:avLst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VRAM stable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9992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2354 -&gt; 2337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Delta: -17 MB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memory leak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206240"/>
            <a:ext cx="8229600" cy="640080"/>
          </a:xfrm>
          <a:prstGeom prst="rect">
            <a:avLst>
              <a:gd name="adj" fmla="val 11429"/>
            </a:avLst>
          </a:prstGeom>
          <a:solidFill>
            <a:srgbClr val="0F172A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notable case: RAG query triggered 5 tool calls in a single response (multi-step chaining within one iteration).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Test - Max Concurrent Users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Escalating load: 1 -&gt; 2 -&gt; 3 -&gt; 4 concurrent users until failure or p50 &gt; 60s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972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Concurrent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1097280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01952" y="10972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p50 wall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972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p95 wall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097280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097280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50992" y="1097280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572768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572768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user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1572768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01952" y="157276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13.3s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1572768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57276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19.2s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1572768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572768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0.07 r/s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77840" y="1572768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1572768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2048256"/>
            <a:ext cx="146304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2048256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users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0" y="2048256"/>
            <a:ext cx="13716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01952" y="20482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29.0s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048256"/>
            <a:ext cx="13716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204825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39.0s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048256"/>
            <a:ext cx="146304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2048256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0.06 r/s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77840" y="2048256"/>
            <a:ext cx="12801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2048256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2523744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2523744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users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828800" y="2523744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01952" y="2523744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42.6s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0" y="2523744"/>
            <a:ext cx="137160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73552" y="2523744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45.3s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46320" y="2523744"/>
            <a:ext cx="146304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2523744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0.07 r/s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77840" y="2523744"/>
            <a:ext cx="1280160" cy="457200"/>
          </a:xfrm>
          <a:prstGeom prst="rect">
            <a:avLst/>
          </a:prstGeom>
          <a:solidFill>
            <a:srgbClr val="0F172A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50992" y="2523744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2999232"/>
            <a:ext cx="146304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" y="299923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users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828800" y="2999232"/>
            <a:ext cx="13716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01952" y="29992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74.3s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200400" y="2999232"/>
            <a:ext cx="137160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299923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88.4s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846320" y="2999232"/>
            <a:ext cx="146304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2999232"/>
            <a:ext cx="1353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0.05 r/s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577840" y="2999232"/>
            <a:ext cx="1280160" cy="457200"/>
          </a:xfrm>
          <a:prstGeom prst="rect">
            <a:avLst/>
          </a:prstGeom>
          <a:solidFill>
            <a:srgbClr val="020617"/>
          </a:solidFill>
          <a:ln w="6350">
            <a:solidFill>
              <a:srgbClr val="0F17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50992" y="2999232"/>
            <a:ext cx="11704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57200" y="3840480"/>
            <a:ext cx="265176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59" name="Text 57"/>
          <p:cNvSpPr/>
          <p:nvPr/>
        </p:nvSpPr>
        <p:spPr>
          <a:xfrm>
            <a:off x="594360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concurrent users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94360" y="4526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p50 exceeds 60s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291840" y="3840480"/>
            <a:ext cx="265176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342900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~0.06</a:t>
            </a:r>
            <a:endParaRPr lang="en-US" sz="2600" dirty="0"/>
          </a:p>
        </p:txBody>
      </p:sp>
      <p:sp>
        <p:nvSpPr>
          <p:cNvPr id="63" name="Text 61"/>
          <p:cNvSpPr/>
          <p:nvPr/>
        </p:nvSpPr>
        <p:spPr>
          <a:xfrm>
            <a:off x="3429000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throughput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429000" y="4526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req/s at any load level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126480" y="3840480"/>
            <a:ext cx="2651760" cy="960120"/>
          </a:xfrm>
          <a:prstGeom prst="rect">
            <a:avLst>
              <a:gd name="adj" fmla="val 7619"/>
            </a:avLst>
          </a:prstGeom>
          <a:solidFill>
            <a:srgbClr val="0F172A"/>
          </a:solidFill>
          <a:ln/>
        </p:spPr>
      </p:sp>
      <p:sp>
        <p:nvSpPr>
          <p:cNvPr id="66" name="Text 64"/>
          <p:cNvSpPr/>
          <p:nvPr/>
        </p:nvSpPr>
        <p:spPr>
          <a:xfrm>
            <a:off x="6263640" y="38862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A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263640" y="4297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Bottleneck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6263640" y="45262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inference on RTX 3050 4GB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645920" cy="45720"/>
          </a:xfrm>
          <a:prstGeom prst="rect">
            <a:avLst/>
          </a:prstGeom>
          <a:solidFill>
            <a:srgbClr val="00EA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24712"/>
            <a:ext cx="457200" cy="457200"/>
          </a:xfrm>
          <a:prstGeom prst="ellipse">
            <a:avLst/>
          </a:prstGeom>
          <a:solidFill>
            <a:srgbClr val="00EA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9728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local AI 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9903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Ollama, Qdrant, RAG API, FastAPI agent - all on RTX 3050 4GB. No cloud APIs, no subscriptions.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00EA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84708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evaluation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1488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Held-out test sets, A/B comparisons, load tests. Engineering decisions backed by data, not intuition.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457200" cy="457200"/>
          </a:xfrm>
          <a:prstGeom prst="ellipse">
            <a:avLst/>
          </a:prstGeom>
          <a:solidFill>
            <a:srgbClr val="00EA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59689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reporting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898648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Fine-tuning on 230 examples did not add capability - base model already knew tool calling. Documented and validated.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74136"/>
            <a:ext cx="457200" cy="457200"/>
          </a:xfrm>
          <a:prstGeom prst="ellipse">
            <a:avLst/>
          </a:prstGeom>
          <a:solidFill>
            <a:srgbClr val="00EA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34670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agent capability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648456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Multi-tool chaining in a single iteration: 3 tools in parallel, no user re-prompts. 5/5 PASS on chaining eval.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23944"/>
            <a:ext cx="457200" cy="457200"/>
          </a:xfrm>
          <a:prstGeom prst="ellipse">
            <a:avLst/>
          </a:prstGeom>
          <a:solidFill>
            <a:srgbClr val="00EAF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061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40965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known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39826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4 concurrent users at acceptable latency. RTX 3050 is the bottleneck - not the software stack.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Demo: http://localhost:8090  |  Architecture: http://localhost:8090/architecture  |  Source: phase-2-rag/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2026-06-07T21:46:40Z</dcterms:created>
  <dcterms:modified xsi:type="dcterms:W3CDTF">2026-06-07T21:46:40Z</dcterms:modified>
</cp:coreProperties>
</file>